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Open on the state of the product, not the process. Every figure in this deck is counted out of the repository, not estimated.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Lead with the state of the thing. All figures counted from the main branch on 1 September.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Say plainly: the permission existed, the screen did not. This shows we audited against the schema rather than working from a wish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strongest slide. The point: the software stopped reporting a failure as a fact. That is a maturity argument, not a bug count.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Brisk. The expected part of a status update.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Short slide. The typecheck finding is the interesting one — a check that reported success without checking anything.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the chain. Five walls, each hiding the next. Close on the trade-off: a $10/year domain instead of $130/year of hosting.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on evidence. The boundary is the database, and it is tested rather than asserted.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4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19659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300" kern="0" dirty="0">
                <a:solidFill>
                  <a:srgbClr val="9BD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BRIEF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2331720"/>
            <a:ext cx="9601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MiZanova build status</a:t>
            </a:r>
            <a:endParaRPr lang="en-US" sz="48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338328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9BD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August – 1 September 2026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640080" y="379476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8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support platform for neurodiverse students in Australian schools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49834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67 commits    ·    8 pull requests merged    ·    484 tests passing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Where the product is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60704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navigation item, for all six roles, is now a real screen. No placeholders remain in the product.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48840"/>
            <a:ext cx="2039112" cy="2331720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DCE7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40080" y="246888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5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67</a:t>
            </a:r>
            <a:endParaRPr lang="en-US" sz="46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3474720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commits authored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week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2852928" y="2148840"/>
            <a:ext cx="2039112" cy="2331720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DCE7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852928" y="246888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5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4600" dirty="0"/>
          </a:p>
        </p:txBody>
      </p:sp>
      <p:sp>
        <p:nvSpPr>
          <p:cNvPr id="9" name="Text 7"/>
          <p:cNvSpPr txBox="1"/>
          <p:nvPr/>
        </p:nvSpPr>
        <p:spPr>
          <a:xfrm>
            <a:off x="2990088" y="3474720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requests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merged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065776" y="2148840"/>
            <a:ext cx="2039112" cy="2331720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DCE7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5065776" y="246888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5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21</a:t>
            </a:r>
            <a:endParaRPr lang="en-US" sz="4600" dirty="0"/>
          </a:p>
        </p:txBody>
      </p:sp>
      <p:sp>
        <p:nvSpPr>
          <p:cNvPr id="12" name="Text 10"/>
          <p:cNvSpPr txBox="1"/>
          <p:nvPr/>
        </p:nvSpPr>
        <p:spPr>
          <a:xfrm>
            <a:off x="5202936" y="3474720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new database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migrations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278624" y="2148840"/>
            <a:ext cx="2039112" cy="2331720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DCE7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278624" y="246888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5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484</a:t>
            </a:r>
            <a:endParaRPr lang="en-US" sz="4600" dirty="0"/>
          </a:p>
        </p:txBody>
      </p:sp>
      <p:sp>
        <p:nvSpPr>
          <p:cNvPr id="15" name="Text 13"/>
          <p:cNvSpPr txBox="1"/>
          <p:nvPr/>
        </p:nvSpPr>
        <p:spPr>
          <a:xfrm>
            <a:off x="7415784" y="3474720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 against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real database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9491472" y="2148840"/>
            <a:ext cx="2039112" cy="2331720"/>
          </a:xfrm>
          <a:prstGeom prst="roundRect">
            <a:avLst>
              <a:gd name="adj" fmla="val 3587"/>
            </a:avLst>
          </a:prstGeom>
          <a:solidFill>
            <a:srgbClr val="FFFFFF"/>
          </a:solidFill>
          <a:ln w="12700">
            <a:solidFill>
              <a:srgbClr val="DCE7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9491472" y="2468880"/>
            <a:ext cx="203911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600" b="1" dirty="0">
                <a:solidFill>
                  <a:srgbClr val="1F5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4600" dirty="0"/>
          </a:p>
        </p:txBody>
      </p:sp>
      <p:sp>
        <p:nvSpPr>
          <p:cNvPr id="18" name="Text 16"/>
          <p:cNvSpPr txBox="1"/>
          <p:nvPr/>
        </p:nvSpPr>
        <p:spPr>
          <a:xfrm>
            <a:off x="9628632" y="3474720"/>
            <a:ext cx="1764792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roles, every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 built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12064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roles: parent, educator, specialist, school administrator, platform administrator, student.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40080" y="553212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86 database migrations in total. The deployment is live, and sends email from our own domain.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Permission granted, screen missing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60704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database already allowed each of these. Nothing on screen offered them — found by auditing our own schema against the interface.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267712"/>
            <a:ext cx="310896" cy="310896"/>
          </a:xfrm>
          <a:prstGeom prst="ellipse">
            <a:avLst/>
          </a:prstGeom>
          <a:solidFill>
            <a:srgbClr val="1F5B54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240280"/>
            <a:ext cx="4678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parent can correct their own observation</a:t>
            </a:r>
            <a:pPr indent="0" marL="0">
              <a:buNone/>
            </a:pPr>
            <a:r>
              <a:rPr lang="en-US" sz="135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db/007 always allowed it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15888" y="2267712"/>
            <a:ext cx="310896" cy="310896"/>
          </a:xfrm>
          <a:prstGeom prst="ellipse">
            <a:avLst/>
          </a:prstGeom>
          <a:solidFill>
            <a:srgbClr val="1F5B5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15888" y="22677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73088" y="2240280"/>
            <a:ext cx="4678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behaviour log can be corrected</a:t>
            </a:r>
            <a:pPr indent="0" marL="0">
              <a:buNone/>
            </a:pPr>
            <a:r>
              <a:rPr lang="en-US" sz="135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db/010 allowed it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364992"/>
            <a:ext cx="310896" cy="310896"/>
          </a:xfrm>
          <a:prstGeom prst="ellipse">
            <a:avLst/>
          </a:prstGeom>
          <a:solidFill>
            <a:srgbClr val="1F5B5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337560"/>
            <a:ext cx="4678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IEP goal can be marked met or not</a:t>
            </a:r>
            <a:pPr indent="0" marL="0">
              <a:buNone/>
            </a:pPr>
            <a:r>
              <a:rPr lang="en-US" sz="135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three screens already showed the state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15888" y="3364992"/>
            <a:ext cx="310896" cy="310896"/>
          </a:xfrm>
          <a:prstGeom prst="ellipse">
            <a:avLst/>
          </a:prstGeom>
          <a:solidFill>
            <a:srgbClr val="1F5B5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15888" y="33649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873088" y="3337560"/>
            <a:ext cx="4678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clinical note can be written after a session</a:t>
            </a:r>
            <a:pPr indent="0" marL="0">
              <a:buNone/>
            </a:pPr>
            <a:r>
              <a:rPr lang="en-US" sz="135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 error message had promised it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640080" y="4462272"/>
            <a:ext cx="310896" cy="310896"/>
          </a:xfrm>
          <a:prstGeom prst="ellipse">
            <a:avLst/>
          </a:prstGeom>
          <a:solidFill>
            <a:srgbClr val="1F5B54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40080" y="4462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1097280" y="4434840"/>
            <a:ext cx="4678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school can see what it pays Special Miles</a:t>
            </a:r>
            <a:pPr indent="0" marL="0">
              <a:buNone/>
            </a:pPr>
            <a:r>
              <a:rPr lang="en-US" sz="135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db/072 allowed it, nothing asked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6415888" y="4462272"/>
            <a:ext cx="310896" cy="310896"/>
          </a:xfrm>
          <a:prstGeom prst="ellipse">
            <a:avLst/>
          </a:prstGeom>
          <a:solidFill>
            <a:srgbClr val="1F5B54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415888" y="44622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21" name="Text 19"/>
          <p:cNvSpPr txBox="1"/>
          <p:nvPr/>
        </p:nvSpPr>
        <p:spPr>
          <a:xfrm>
            <a:off x="6873088" y="4434840"/>
            <a:ext cx="467852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family can read their child’s IEP and agree to it</a:t>
            </a:r>
            <a:pPr indent="0" marL="0">
              <a:buNone/>
            </a:pPr>
            <a:r>
              <a:rPr lang="en-US" sz="135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with the plan’s support hours</a:t>
            </a:r>
            <a:endParaRPr lang="en-US" sz="13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Screens that stated things they had never checked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234440"/>
            <a:ext cx="5029200" cy="4343400"/>
          </a:xfrm>
          <a:prstGeom prst="roundRect">
            <a:avLst>
              <a:gd name="adj" fmla="val 2105"/>
            </a:avLst>
          </a:prstGeom>
          <a:solidFill>
            <a:srgbClr val="1F5B54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1005840" y="1554480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9BD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FAULT</a:t>
            </a:r>
            <a:endParaRPr lang="en-US" sz="1100" dirty="0"/>
          </a:p>
        </p:txBody>
      </p:sp>
      <p:sp>
        <p:nvSpPr>
          <p:cNvPr id="5" name="Text 3"/>
          <p:cNvSpPr txBox="1"/>
          <p:nvPr/>
        </p:nvSpPr>
        <p:spPr>
          <a:xfrm>
            <a:off x="1005840" y="1920240"/>
            <a:ext cx="42976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Five parent screens told a family their child was not linked — when the query had merely failed.</a:t>
            </a:r>
            <a:endParaRPr lang="en-US" sz="2300" dirty="0"/>
          </a:p>
        </p:txBody>
      </p:sp>
      <p:sp>
        <p:nvSpPr>
          <p:cNvPr id="6" name="Text 4"/>
          <p:cNvSpPr txBox="1"/>
          <p:nvPr/>
        </p:nvSpPr>
        <p:spPr>
          <a:xfrm>
            <a:off x="1005840" y="4160520"/>
            <a:ext cx="42976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8E0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confident false statement, made to the person least able to check it, sending them back through a linking flow they had already completed.</a:t>
            </a:r>
            <a:endParaRPr lang="en-US" sz="1250" dirty="0"/>
          </a:p>
        </p:txBody>
      </p:sp>
      <p:sp>
        <p:nvSpPr>
          <p:cNvPr id="7" name="Text 5"/>
          <p:cNvSpPr txBox="1"/>
          <p:nvPr/>
        </p:nvSpPr>
        <p:spPr>
          <a:xfrm>
            <a:off x="6126480" y="1280160"/>
            <a:ext cx="54251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failed query and an empty result are different facts.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6126480" y="1901952"/>
            <a:ext cx="310896" cy="310896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126480" y="19019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583680" y="1874520"/>
            <a:ext cx="49679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dashboards</a:t>
            </a:r>
            <a:pPr indent="0" marL="0">
              <a:buNone/>
            </a:pPr>
            <a:r>
              <a:rPr lang="en-US" sz="135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said “nothing” when they meant “could not check”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126480" y="2688336"/>
            <a:ext cx="310896" cy="310896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126480" y="2688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583680" y="2660904"/>
            <a:ext cx="49679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safeguarding queue</a:t>
            </a:r>
            <a:pPr indent="0" marL="0">
              <a:buNone/>
            </a:pPr>
            <a:r>
              <a:rPr lang="en-US" sz="135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counted the size of its page, not its incidents</a:t>
            </a:r>
            <a:endParaRPr lang="en-US" sz="1350" dirty="0"/>
          </a:p>
        </p:txBody>
      </p:sp>
      <p:sp>
        <p:nvSpPr>
          <p:cNvPr id="14" name="Shape 12"/>
          <p:cNvSpPr/>
          <p:nvPr/>
        </p:nvSpPr>
        <p:spPr>
          <a:xfrm>
            <a:off x="6126480" y="3474720"/>
            <a:ext cx="310896" cy="310896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126480" y="347472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3447288"/>
            <a:ext cx="49679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overview</a:t>
            </a:r>
            <a:pPr indent="0" marL="0">
              <a:buNone/>
            </a:pPr>
            <a:r>
              <a:rPr lang="en-US" sz="135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counted staff awaiting verification from a capped page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126480" y="4261104"/>
            <a:ext cx="310896" cy="310896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12648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4233672"/>
            <a:ext cx="49679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Academy</a:t>
            </a:r>
            <a:pPr indent="0" marL="0">
              <a:buNone/>
            </a:pPr>
            <a:r>
              <a:rPr lang="en-US" sz="135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told a learner they had done none of a course they finished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6126480" y="5047488"/>
            <a:ext cx="310896" cy="310896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126480" y="504748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!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6583680" y="5020056"/>
            <a:ext cx="49679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screening list</a:t>
            </a:r>
            <a:pPr indent="0" marL="0">
              <a:buNone/>
            </a:pPr>
            <a:r>
              <a:rPr lang="en-US" sz="135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hid the check nobody had given a date for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New features shipped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60704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Six capabilities that did not exist a week ago.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57400"/>
            <a:ext cx="348477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7E4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96112" y="2331720"/>
            <a:ext cx="3027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Student accounts</a:t>
            </a:r>
            <a:endParaRPr lang="en-US" sz="1700" dirty="0"/>
          </a:p>
        </p:txBody>
      </p:sp>
      <p:sp>
        <p:nvSpPr>
          <p:cNvPr id="6" name="Text 4"/>
          <p:cNvSpPr txBox="1"/>
          <p:nvPr/>
        </p:nvSpPr>
        <p:spPr>
          <a:xfrm>
            <a:off x="896112" y="2770632"/>
            <a:ext cx="30275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Gated on a parent’s consent, which takes effect the moment it is withdrawn.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4353458" y="2057400"/>
            <a:ext cx="348477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7E4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4609490" y="2331720"/>
            <a:ext cx="3027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Academy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4609490" y="2770632"/>
            <a:ext cx="30275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Courses for school staff, families and students.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066837" y="2057400"/>
            <a:ext cx="348477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7E4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322869" y="2331720"/>
            <a:ext cx="3027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Library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8322869" y="2770632"/>
            <a:ext cx="30275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Articles and case studies, with the consent a story about a child requires.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640080" y="3886200"/>
            <a:ext cx="348477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7E4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96112" y="4160520"/>
            <a:ext cx="3027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Platform billing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896112" y="4599432"/>
            <a:ext cx="30275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Miles invoicing schools, kept separate from schools invoicing families.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353458" y="3886200"/>
            <a:ext cx="348477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7E4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4609490" y="4160520"/>
            <a:ext cx="3027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audit log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4609490" y="4599432"/>
            <a:ext cx="30275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administrators actually do — filterable, exportable, precise times.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8066837" y="3886200"/>
            <a:ext cx="3484778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2700">
            <a:solidFill>
              <a:srgbClr val="DCE7E4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322869" y="4160520"/>
            <a:ext cx="302757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F5B54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Push notifications</a:t>
            </a:r>
            <a:endParaRPr lang="en-US" sz="1700" dirty="0"/>
          </a:p>
        </p:txBody>
      </p:sp>
      <p:sp>
        <p:nvSpPr>
          <p:cNvPr id="21" name="Text 19"/>
          <p:cNvSpPr txBox="1"/>
          <p:nvPr/>
        </p:nvSpPr>
        <p:spPr>
          <a:xfrm>
            <a:off x="8322869" y="4599432"/>
            <a:ext cx="302757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They name a count and a school. Never a child.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Accessibility, and checking the checks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60704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of these found that a check we had trusted for months was never checking anything.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011680"/>
            <a:ext cx="10911535" cy="1554480"/>
          </a:xfrm>
          <a:prstGeom prst="roundRect">
            <a:avLst>
              <a:gd name="adj" fmla="val 4706"/>
            </a:avLst>
          </a:prstGeom>
          <a:solidFill>
            <a:srgbClr val="F6EEDC"/>
          </a:solidFill>
          <a:ln w="12700">
            <a:solidFill>
              <a:srgbClr val="E6D5B0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1051560" y="2240280"/>
            <a:ext cx="100885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6B4B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typecheck had been checking nothing.</a:t>
            </a:r>
            <a:endParaRPr lang="en-US" sz="2200" dirty="0"/>
          </a:p>
        </p:txBody>
      </p:sp>
      <p:sp>
        <p:nvSpPr>
          <p:cNvPr id="6" name="Text 4"/>
          <p:cNvSpPr txBox="1"/>
          <p:nvPr/>
        </p:nvSpPr>
        <p:spPr>
          <a:xfrm>
            <a:off x="1051560" y="2743200"/>
            <a:ext cx="1008857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B4B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root TypeScript config is references-only, so tsc --noEmit silently passed everything and always had. Replaced with a real typecheck across the whole project.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4005072"/>
            <a:ext cx="310896" cy="310896"/>
          </a:xfrm>
          <a:prstGeom prst="ellipse">
            <a:avLst/>
          </a:prstGeom>
          <a:solidFill>
            <a:srgbClr val="1F5B5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40050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3977640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labels on the plan editor</a:t>
            </a:r>
            <a:pPr indent="0" marL="0">
              <a:buNone/>
            </a:pPr>
            <a:r>
              <a:rPr lang="en-US" sz="135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and Escape that the app actually notices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4782312"/>
            <a:ext cx="310896" cy="310896"/>
          </a:xfrm>
          <a:prstGeom prst="ellipse">
            <a:avLst/>
          </a:prstGeom>
          <a:solidFill>
            <a:srgbClr val="1F5B54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47823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4754880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flaking tests fixed</a:t>
            </a:r>
            <a:pPr indent="0" marL="0">
              <a:buNone/>
            </a:pPr>
            <a:r>
              <a:rPr lang="en-US" sz="135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the laptop clock runs ahead of the Sydney server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5559552"/>
            <a:ext cx="310896" cy="310896"/>
          </a:xfrm>
          <a:prstGeom prst="ellipse">
            <a:avLst/>
          </a:prstGeom>
          <a:solidFill>
            <a:srgbClr val="1F5B5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5559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5532120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Calendar contrast corrected</a:t>
            </a:r>
            <a:pPr indent="0" marL="0">
              <a:buNone/>
            </a:pPr>
            <a:r>
              <a:rPr lang="en-US" sz="135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checked against the contrast script, not by eye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457200"/>
            <a:ext cx="10911535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220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Getting email working: five walls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640080" y="1060704"/>
            <a:ext cx="98142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wall looked identical from outside — a message that did not arrive. Each was diagnosed from what the system recorded about itself.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640080" y="2130552"/>
            <a:ext cx="310896" cy="310896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40080" y="21305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1097280" y="2103120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sandbox sender</a:t>
            </a:r>
            <a:pPr indent="0" marL="0">
              <a:buNone/>
            </a:pPr>
            <a:r>
              <a:rPr lang="en-US" sz="135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Refused for every recipient except our own address. It could never have invited a tester.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40080" y="2953512"/>
            <a:ext cx="310896" cy="310896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9535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097280" y="2926080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invalid API key</a:t>
            </a:r>
            <a:pPr indent="0" marL="0">
              <a:buNone/>
            </a:pPr>
            <a:r>
              <a:rPr lang="en-US" sz="135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Returning 401 — which hid the wall behind it.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640080" y="3776472"/>
            <a:ext cx="310896" cy="310896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40080" y="377647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1097280" y="3749040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Gmail over IPv6</a:t>
            </a:r>
            <a:pPr indent="0" marL="0">
              <a:buNone/>
            </a:pPr>
            <a:r>
              <a:rPr lang="en-US" sz="135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ENETUNREACH. Node has preferred IPv6 since v17; the host has no route to it.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599432"/>
            <a:ext cx="310896" cy="310896"/>
          </a:xfrm>
          <a:prstGeom prst="ellipse">
            <a:avLst/>
          </a:prstGeom>
          <a:solidFill>
            <a:srgbClr val="C08A2E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097280" y="4572000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host blocks SMTP outright</a:t>
            </a:r>
            <a:pPr indent="0" marL="0">
              <a:buNone/>
            </a:pPr>
            <a:r>
              <a:rPr lang="en-US" sz="135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Ports 25, 465 and 587 all closed on the free tier. No port change could have worked.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02920" y="5303520"/>
            <a:ext cx="11185855" cy="658368"/>
          </a:xfrm>
          <a:prstGeom prst="roundRect">
            <a:avLst>
              <a:gd name="adj" fmla="val 8333"/>
            </a:avLst>
          </a:prstGeom>
          <a:solidFill>
            <a:srgbClr val="E3EFEC"/>
          </a:solidFill>
          <a:ln/>
        </p:spPr>
      </p:sp>
      <p:sp>
        <p:nvSpPr>
          <p:cNvPr id="17" name="Shape 15"/>
          <p:cNvSpPr/>
          <p:nvPr/>
        </p:nvSpPr>
        <p:spPr>
          <a:xfrm>
            <a:off x="640080" y="5422392"/>
            <a:ext cx="310896" cy="310896"/>
          </a:xfrm>
          <a:prstGeom prst="ellipse">
            <a:avLst/>
          </a:prstGeom>
          <a:solidFill>
            <a:srgbClr val="1F5B54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40080" y="542239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19" name="Text 17"/>
          <p:cNvSpPr txBox="1"/>
          <p:nvPr/>
        </p:nvSpPr>
        <p:spPr>
          <a:xfrm>
            <a:off x="1097280" y="5394960"/>
            <a:ext cx="10454335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220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own domain, over HTTPS</a:t>
            </a:r>
            <a:pPr indent="0" marL="0">
              <a:buNone/>
            </a:pPr>
            <a:r>
              <a:rPr lang="en-US" sz="1350" dirty="0">
                <a:solidFill>
                  <a:srgbClr val="4660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 $10/year domain, verified in minutes. Port 443, which nothing blocks — and it arrives from the product.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240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640080" y="685800"/>
            <a:ext cx="1091153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we know it works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640080" y="1911096"/>
            <a:ext cx="310896" cy="310896"/>
          </a:xfrm>
          <a:prstGeom prst="ellipse">
            <a:avLst/>
          </a:prstGeom>
          <a:solidFill>
            <a:srgbClr val="2E7D73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91109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1143000" y="1874520"/>
            <a:ext cx="10408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484 tests run against the real database</a:t>
            </a:r>
            <a:endParaRPr lang="en-US" sz="1600" dirty="0"/>
          </a:p>
        </p:txBody>
      </p:sp>
      <p:sp>
        <p:nvSpPr>
          <p:cNvPr id="6" name="Text 4"/>
          <p:cNvSpPr txBox="1"/>
          <p:nvPr/>
        </p:nvSpPr>
        <p:spPr>
          <a:xfrm>
            <a:off x="1143000" y="2203704"/>
            <a:ext cx="10408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each of the six roles, cleaning up after themselves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640080" y="2871216"/>
            <a:ext cx="310896" cy="310896"/>
          </a:xfrm>
          <a:prstGeom prst="ellipse">
            <a:avLst/>
          </a:prstGeom>
          <a:solidFill>
            <a:srgbClr val="2E7D73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40080" y="287121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1143000" y="2834640"/>
            <a:ext cx="10408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Row-Level Security decides what reaches a browser</a:t>
            </a:r>
            <a:endParaRPr lang="en-US" sz="1600" dirty="0"/>
          </a:p>
        </p:txBody>
      </p:sp>
      <p:sp>
        <p:nvSpPr>
          <p:cNvPr id="10" name="Text 8"/>
          <p:cNvSpPr txBox="1"/>
          <p:nvPr/>
        </p:nvSpPr>
        <p:spPr>
          <a:xfrm>
            <a:off x="1143000" y="3163824"/>
            <a:ext cx="10408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guard is convenience; the database is the boundary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" y="3831336"/>
            <a:ext cx="310896" cy="310896"/>
          </a:xfrm>
          <a:prstGeom prst="ellipse">
            <a:avLst/>
          </a:prstGeom>
          <a:solidFill>
            <a:srgbClr val="2E7D73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8313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1143000" y="3794760"/>
            <a:ext cx="10408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defect this week was found by using the product</a:t>
            </a:r>
            <a:endParaRPr lang="en-US" sz="1600" dirty="0"/>
          </a:p>
        </p:txBody>
      </p:sp>
      <p:sp>
        <p:nvSpPr>
          <p:cNvPr id="14" name="Text 12"/>
          <p:cNvSpPr txBox="1"/>
          <p:nvPr/>
        </p:nvSpPr>
        <p:spPr>
          <a:xfrm>
            <a:off x="1143000" y="4123944"/>
            <a:ext cx="10408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of them passed lint and passed the build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" y="4791456"/>
            <a:ext cx="310896" cy="310896"/>
          </a:xfrm>
          <a:prstGeom prst="ellipse">
            <a:avLst/>
          </a:prstGeom>
          <a:solidFill>
            <a:srgbClr val="2E7D73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40080" y="47914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43000" y="4754880"/>
            <a:ext cx="10408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24-page user manual now documents all six roles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" y="5084064"/>
            <a:ext cx="10408615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A8C6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written from the screens, including what the product deliberately does not do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640080" y="5943600"/>
            <a:ext cx="1091153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08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live user testing, which is what this week’s deployment work was for.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MiZanova build status</dc:title>
  <dc:subject>PptxGenJS Presentation</dc:subject>
  <dc:creator>SaurabDhakal</dc:creator>
  <cp:lastModifiedBy>SaurabDhakal</cp:lastModifiedBy>
  <cp:revision>1</cp:revision>
  <dcterms:created xsi:type="dcterms:W3CDTF">2026-09-01T07:31:42Z</dcterms:created>
  <dcterms:modified xsi:type="dcterms:W3CDTF">2026-09-01T07:31:42Z</dcterms:modified>
</cp:coreProperties>
</file>